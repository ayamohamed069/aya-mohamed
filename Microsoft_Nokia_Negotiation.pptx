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التفاوض بين Microsoft و Nokia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دراسة حالة في الاستحواذ الاستراتيجي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نوفمبر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المشكلة: تحديات السوق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🔴 Microsoft: فشل في دخول سوق الهواتف الذكية بقوة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🔴 Nokia: انهيار مبيعات الهواتف بسبب منافسة Android و iOS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💡 السؤال: كيف يمكن للشركتين التعاون لمواجهة التحديات؟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📊 الحاجة المتبادلة: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Microsoft تحتاج خبرة تصنيع الأجهزة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Nokia تحتاج نظام تشغيل قوي ودعم مالي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الخلفية التاريخية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📅 بداية 2013: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Nokia تواجه أزمة كبيرة في مبيعات الهواتف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انهيار حصتها السوقية بعد ظهور iPhone و Android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📱 Microsoft: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محاولات فاشلة لدخول سوق الهواتف بـ Windows Phone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حصة سوقية ضعيفة جداً (أقل من 3%)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🤝 بداية المفاوضات: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Microsoft تسعى للاستحواذ على قسم الأجهزة في Nokia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الهدف: دمج الأجهزة مع نظام Windows 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الطرف الأول: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🎯 الهدف الاستراتيجي: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دخول سوق الهواتف عبر شراء علامة تجارية قوية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تجنب البدء من الصفر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💼 تكتيكات التفاوض: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1️⃣ المشاركة: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عرض بقاء إدارة Nokia مؤقتاً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ضمان استمرارية العمليات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2️⃣ المكاشفة: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وضوح في الأرقام المالية والأرباح المتوقعة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3️⃣ الضغط: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التلويح ببدائل أخرى للضغط على Nokia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نتيجة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✅ النجاح المالي: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إتمام الصفقة مقابل 7.2 مليار دولار (2014)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الاستحواذ على قسم الأجهزة والخدمات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الحصول على براءات اختراع Nokia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❌ الفشل السوقي: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Windows Phone فشل في منافسة Android و iOS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انخفاض مستمر في الحصة السوقية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إغلاق قسم الهواتف في 2016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💰 الخسارة: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شطب 7.6 مليار دولار في 2015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تسريح آلاف الموظفين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الطرف الثاني: Nokia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🎯 الهدف الاستراتيجي: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إنقاذ الشركة من الإفلاس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الحفاظ على الاسم التجاري والموظفين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💼 تكتيكات التفاوض: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1️⃣ كسب الوقت: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تأخير الموافقة لجمع عروض بديلة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زيادة القيمة التفاوضية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2️⃣ التراجع المؤقت: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بيع قسم الهواتف فقط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الاحتفاظ بأقسام الشبكات والبحث والتطوير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3️⃣ الجانب الإنساني: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التركيز على إنقاذ آلاف الوظائف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نتيجة Nokia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✅ النجاح المالي: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الحصول على 7.2 مليار دولار نقداً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سداد الديون وإعادة الهيكلة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✅ التحول الاستراتيجي: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التركيز على Nokia Networks (معدات الشبكات)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نمو قوي في مجال البنية التحتية للاتصالات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الاستثمار في تقنية 5G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📈 النتيجة الحالية: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Nokia أصبحت من أكبر موردي معدات الشبكات عالمياً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عودة قوية للسوق في مجال جديد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استقرار مالي وربحية مستدامة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الدروس التفاوضية المستفادة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💡 الدرس الأول: أهمية الشفافية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الوضوح في الأهداف والأرقام يسرع التفاوض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💡 الدرس الثاني: التخطيط الاستراتيجي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فهم نقاط القوة والضعف لكلا الطرفين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💡 الدرس الثالث: المرونة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Nokia نجحت بالتركيز على مجال جديد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عدم التمسك بالماضي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💡 الدرس الرابع: دور الضغط والتعاطف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استخدام عوامل متعددة في التفاوض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⚠️ الدرس الخامس: النجاح المالي ≠ النجاح السوقي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• الصفقة الجيدة تحتاج تنفيذ استراتيجي ناجح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78D7"/>
                </a:solidFill>
              </a:defRPr>
            </a:pPr>
            <a:r>
              <a:t>مقارنة النتائج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📊 Microsoft: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✅ استحواذ ناجح من الناحية القانونية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❌ فشل في تحقيق الأهداف السوقية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❌ خسارة مالية كبيرة (7.6 مليار دولار)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📉 خروج من سوق الهواتف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📊 Nokia: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✅ إنقاذ الشركة من الإفلاس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✅ تحول استراتيجي ناجح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✅ نمو قوي في مجال الشبكات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📈 عودة قوية للربحية</a:t>
            </a: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</a:p>
          <a:p>
            <a:pPr algn="r"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🏆 الفائز الحقيقي: Nokia (على المدى الطويل)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الخاتمة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صفقة ناجحة مالياً لكلا الطرفين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لكنها تذكرنا بأهمية التكيف مع السوق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والتنفيذ الاستراتيجي الناجح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شكراً لكم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